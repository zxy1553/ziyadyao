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29014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业务开发工作积累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822127"/>
            <a:ext cx="634901" cy="50750"/>
          </a:xfrm>
          <a:prstGeom prst="roundRect">
            <a:avLst>
              <a:gd name="adj" fmla="val 50049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25286" y="253901"/>
            <a:ext cx="2137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实习期间总工作量 (2025.09-2026.01)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5286" y="415826"/>
            <a:ext cx="213771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pPr algn="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1000" y="1130201"/>
            <a:ext cx="1952625" cy="3470374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3588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5262" y="1417439"/>
            <a:ext cx="2489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6651" y="1417439"/>
            <a:ext cx="7251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战斗系统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1866751"/>
            <a:ext cx="5703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19498" y="1990576"/>
            <a:ext cx="3456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22项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2317552"/>
            <a:ext cx="1495425" cy="38100"/>
          </a:xfrm>
          <a:prstGeom prst="roundRect">
            <a:avLst>
              <a:gd name="adj" fmla="val 66667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2317552"/>
            <a:ext cx="523280" cy="38100"/>
          </a:xfrm>
          <a:prstGeom prst="roundRect">
            <a:avLst>
              <a:gd name="adj" fmla="val 66667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2508052"/>
            <a:ext cx="1495425" cy="137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Condition/Filter (阵营、距离、Tag)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Target Task 扩展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检测框尺寸与相机UI适配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受击音效、特效接口扩展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24125" y="1130201"/>
            <a:ext cx="1952625" cy="3470374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52725" y="13588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41575" y="1417439"/>
            <a:ext cx="1814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9776" y="1417439"/>
            <a:ext cx="5944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3C表现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52725" y="1866751"/>
            <a:ext cx="5703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62623" y="1990576"/>
            <a:ext cx="3456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27项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52725" y="2317552"/>
            <a:ext cx="1495425" cy="38100"/>
          </a:xfrm>
          <a:prstGeom prst="roundRect">
            <a:avLst>
              <a:gd name="adj" fmla="val 66667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52725" y="2317552"/>
            <a:ext cx="642938" cy="38100"/>
          </a:xfrm>
          <a:prstGeom prst="roundRect">
            <a:avLst>
              <a:gd name="adj" fmla="val 66667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52725" y="2508052"/>
            <a:ext cx="1495425" cy="121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武器装备角色动画切换系统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武器显隐、动画时序优化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角色物理初始化流程整理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多端适配 Bug 修复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7250" y="1130201"/>
            <a:ext cx="1952625" cy="3470374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95850" y="13588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51512" y="1417439"/>
            <a:ext cx="2489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52901" y="1417439"/>
            <a:ext cx="7251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5850" y="1866751"/>
            <a:ext cx="41199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50520" y="1990576"/>
            <a:ext cx="2735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5项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5850" y="2317552"/>
            <a:ext cx="1495425" cy="38100"/>
          </a:xfrm>
          <a:prstGeom prst="roundRect">
            <a:avLst>
              <a:gd name="adj" fmla="val 66667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95850" y="2317552"/>
            <a:ext cx="119509" cy="38100"/>
          </a:xfrm>
          <a:prstGeom prst="roundRect">
            <a:avLst>
              <a:gd name="adj" fmla="val 66667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95850" y="2508052"/>
            <a:ext cx="1495425" cy="104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战斗程序多智能体系统开发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 Risk Analyzer 等 Skills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ChestPVE 战斗知识库搭建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0375" y="1130201"/>
            <a:ext cx="1952625" cy="3470374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38975" y="13588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41815" y="1417439"/>
            <a:ext cx="1528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6026" y="1417439"/>
            <a:ext cx="7251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工具开发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38975" y="1866751"/>
            <a:ext cx="5703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648873" y="1990576"/>
            <a:ext cx="2735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9项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38975" y="2317552"/>
            <a:ext cx="1495425" cy="38100"/>
          </a:xfrm>
          <a:prstGeom prst="roundRect">
            <a:avLst>
              <a:gd name="adj" fmla="val 66667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38975" y="2317552"/>
            <a:ext cx="209252" cy="38100"/>
          </a:xfrm>
          <a:prstGeom prst="roundRect">
            <a:avLst>
              <a:gd name="adj" fmla="val 66667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038975" y="2508052"/>
            <a:ext cx="1495425" cy="761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Able 编辑器 ECA 化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地图生成器开发 (连通率、Debug模块、UI美化)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1000" y="4791075"/>
            <a:ext cx="777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工作类型分布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333351" y="4791075"/>
            <a:ext cx="13207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功能开发 47项 (75%)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18656" y="4821287"/>
            <a:ext cx="4446389" cy="101501"/>
          </a:xfrm>
          <a:prstGeom prst="roundRect">
            <a:avLst>
              <a:gd name="adj" fmla="val 500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818656" y="4821287"/>
            <a:ext cx="3334792" cy="101501"/>
          </a:xfrm>
          <a:prstGeom prst="roundRect">
            <a:avLst>
              <a:gd name="adj" fmla="val 50049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53448" y="4821287"/>
            <a:ext cx="1111597" cy="101501"/>
          </a:xfrm>
          <a:prstGeom prst="rect">
            <a:avLst/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455545" y="4791075"/>
            <a:ext cx="133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Bug修复 16项 (25%)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 Agent System</dc:title>
  <dc:subject>From Skill to Multi-Agent Architecture</dc:subject>
  <dc:creator>Yao Zhen</dc:creator>
  <cp:lastModifiedBy>Yao Zhen</cp:lastModifiedBy>
  <cp:revision>1</cp:revision>
  <dcterms:created xsi:type="dcterms:W3CDTF">2026-01-21T14:21:47Z</dcterms:created>
  <dcterms:modified xsi:type="dcterms:W3CDTF">2026-01-21T14:21:47Z</dcterms:modified>
</cp:coreProperties>
</file>